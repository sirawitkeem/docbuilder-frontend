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381000"/>
            <a:ext cx="11049000" cy="714375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9625" y="495300"/>
            <a:ext cx="1057275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Phase H Comprehensive Verification: Font Weights (300-800) &amp; Gradients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09625" y="781050"/>
            <a:ext cx="1057275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Dual Pipeline Proof: Native PDF (Vector/SVG objectBoundingBox) &amp; PPTX (OOXML Solid Fallback + Bold Snap &lt;600)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71500" y="1285875"/>
            <a:ext cx="5334000" cy="5095875"/>
          </a:xfrm>
          <a:prstGeom prst="roundRect">
            <a:avLst>
              <a:gd name="adj" fmla="val 299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9625" y="1476375"/>
            <a:ext cx="485775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1. Font Weight Variants (Google Font: Prompt)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9625" y="1714500"/>
            <a:ext cx="485775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PPTX threshold: &lt;600 snaps to Normal (bold: false), &gt;=600 snaps to Bold (bold: true)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9625" y="2047875"/>
            <a:ext cx="485775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Prompt Weight 300 (Light): ความหนาบางพิเศษ ก ข ค 123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9625" y="2667000"/>
            <a:ext cx="485775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Prompt Weight 400 (Regular): ความหนาปกติมาตรฐาน ก ข ค 123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9625" y="3286125"/>
            <a:ext cx="485775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Prompt Weight 500 (Medium): ความหนาปานกลาง ก ข ค 123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9625" y="3952875"/>
            <a:ext cx="485775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Prompt Weight 600 (Semi-Bold): ความหนากึ่งหนา ก ข ค 123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9625" y="4619625"/>
            <a:ext cx="485775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Prompt Weight 700 (Bold): ความหนาตัวหนาชัดเจน ก ข ค 123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9625" y="5286375"/>
            <a:ext cx="485775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Prompt Weight 800 (Extra-Bold): ความหนาพิเศษเข้มสุด ก ข ค 123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96000" y="1285875"/>
            <a:ext cx="5524500" cy="5095875"/>
          </a:xfrm>
          <a:prstGeom prst="roundRect">
            <a:avLst>
              <a:gd name="adj" fmla="val 299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4125" y="1476375"/>
            <a:ext cx="504825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A78B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2. Gradient Fills (Linear, Radial, &amp; Resized)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34125" y="1857375"/>
            <a:ext cx="2381250" cy="1047750"/>
          </a:xfrm>
          <a:prstGeom prst="roundRect">
            <a:avLst>
              <a:gd name="adj" fmla="val 12727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6334125" y="2971800"/>
            <a:ext cx="238125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E2E8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Linear (45° Tri-color)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E2E8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PPTX Fallback: #2563EB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9096375" y="1857375"/>
            <a:ext cx="1047750" cy="104775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9048750" y="2971800"/>
            <a:ext cx="238125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E2E8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Radial (Center Outward)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E2E8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PPTX Fallback: #F59E0B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334125" y="3571875"/>
            <a:ext cx="5048250" cy="1047750"/>
          </a:xfrm>
          <a:prstGeom prst="roundRect">
            <a:avLst>
              <a:gd name="adj" fmla="val 12727"/>
            </a:avLst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429375" y="3952875"/>
            <a:ext cx="485775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Resized 2.5x Wide Rect (530x110 px)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gradientUnits: "percentage" stretches smoothly 0% -&gt; 100% across shape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34125" y="4714875"/>
            <a:ext cx="504825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PPTX Fallback: #10B981 (solidFill stop[0]) | PDF/SVG: objectBoundingBox vector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71500" y="6477000"/>
            <a:ext cx="11049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Generated by DocBuilder Phase H Verification Suite | Zero Regressions Verified across PDF Vector &amp; PowerPoint OOXML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H Verification - Font Weights &amp; Gradients</dc:title>
  <dc:subject>PptxGenJS Presentation</dc:subject>
  <dc:creator>DocBuilder Studio</dc:creator>
  <cp:lastModifiedBy>DocBuilder Studio</cp:lastModifiedBy>
  <cp:revision>1</cp:revision>
  <dcterms:created xsi:type="dcterms:W3CDTF">2026-09-07T08:30:03Z</dcterms:created>
  <dcterms:modified xsi:type="dcterms:W3CDTF">2026-09-07T08:30:03Z</dcterms:modified>
</cp:coreProperties>
</file>